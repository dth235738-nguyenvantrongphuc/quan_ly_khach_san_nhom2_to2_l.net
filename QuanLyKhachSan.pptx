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342" r:id="rId5"/>
    <p:sldId id="403" r:id="rId6"/>
    <p:sldId id="402" r:id="rId7"/>
    <p:sldId id="405" r:id="rId8"/>
    <p:sldId id="406" r:id="rId9"/>
    <p:sldId id="387" r:id="rId10"/>
    <p:sldId id="390" r:id="rId11"/>
    <p:sldId id="395" r:id="rId12"/>
    <p:sldId id="388" r:id="rId13"/>
    <p:sldId id="399" r:id="rId14"/>
    <p:sldId id="401" r:id="rId15"/>
    <p:sldId id="373" r:id="rId16"/>
    <p:sldId id="400" r:id="rId17"/>
    <p:sldId id="398" r:id="rId18"/>
    <p:sldId id="397" r:id="rId19"/>
    <p:sldId id="394" r:id="rId20"/>
    <p:sldId id="396" r:id="rId21"/>
    <p:sldId id="393" r:id="rId22"/>
    <p:sldId id="392" r:id="rId23"/>
    <p:sldId id="4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2435F0-9511-433B-B9A0-F2D96122ECE6}">
          <p14:sldIdLst/>
        </p14:section>
        <p14:section name="Untitled Section" id="{9B08F577-F73C-488A-9627-64AB6ACD8379}">
          <p14:sldIdLst>
            <p14:sldId id="342"/>
            <p14:sldId id="403"/>
            <p14:sldId id="402"/>
            <p14:sldId id="405"/>
            <p14:sldId id="406"/>
            <p14:sldId id="387"/>
            <p14:sldId id="390"/>
            <p14:sldId id="395"/>
            <p14:sldId id="388"/>
            <p14:sldId id="399"/>
            <p14:sldId id="401"/>
            <p14:sldId id="373"/>
            <p14:sldId id="400"/>
            <p14:sldId id="398"/>
            <p14:sldId id="397"/>
            <p14:sldId id="394"/>
            <p14:sldId id="396"/>
            <p14:sldId id="393"/>
            <p14:sldId id="392"/>
            <p14:sldId id="40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hz nguyen" initials="pn" lastIdx="1" clrIdx="0">
    <p:extLst>
      <p:ext uri="{19B8F6BF-5375-455C-9EA6-DF929625EA0E}">
        <p15:presenceInfo xmlns:p15="http://schemas.microsoft.com/office/powerpoint/2012/main" userId="b3d3a8873c9fd7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3FBFE"/>
    <a:srgbClr val="000000"/>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showGuides="1">
      <p:cViewPr varScale="1">
        <p:scale>
          <a:sx n="81" d="100"/>
          <a:sy n="81" d="100"/>
        </p:scale>
        <p:origin x="754"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11/26/2025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933D-FF08-BA3B-05AB-385A4E0D5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90844-8C11-0A82-043D-00DC5C922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BD7D7-97B4-D992-0A2F-3E0395EE91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527E4A-F978-1CF9-905D-C7BE83E2AB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289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E2441-3DAA-FA3C-656C-BDE54A22A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BA9BB-D9F8-1E86-6F00-35078DE5B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C4047-BBC2-3A05-EA87-C036A7A92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E7B993-5224-7EF4-62BE-8CC575A8DD26}"/>
              </a:ext>
            </a:extLst>
          </p:cNvPr>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3998445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B712-8D97-1077-34D3-E02E7CBB3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E00E5-3AFC-B706-610F-7671A2552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36BF3-5116-7019-331B-F4A3721B0F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488B3-CB3A-19D8-173D-BD645055531D}"/>
              </a:ext>
            </a:extLst>
          </p:cNvPr>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1580362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04A75-B315-F510-805D-84A98A176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EB970-1AD6-8763-9ED4-84C3D302D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5920B-9E2F-2B52-AEF5-B84FC49C2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7B96BA-EE85-F34C-090E-4A22923B4019}"/>
              </a:ext>
            </a:extLst>
          </p:cNvPr>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606810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71F16-46FD-00F2-356D-85E12F7B7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A8917-7BDA-5D42-DD5B-0B735F4A8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B9D8B-6D87-FEC8-65B1-B62C9305F3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4FE2C4-02CC-93CC-B602-2DA1DD9CF9C4}"/>
              </a:ext>
            </a:extLst>
          </p:cNvPr>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2372104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B0494-CD66-E401-D7D5-A1F814590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F2828-48E8-4368-473E-EE6FC2E3B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3E12-EF5B-9D5A-719A-E15FD4138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172AC3-0ACA-3162-732A-6286A157F860}"/>
              </a:ext>
            </a:extLst>
          </p:cNvPr>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497689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BD5BF-C824-213A-6F9D-3229307BA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6A07E-CA30-BDA3-8BF5-D5D3617B7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59014-9790-07D8-7E69-3C7307E62D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614F2-A69D-7F22-CEC5-E5ED88D5B01F}"/>
              </a:ext>
            </a:extLst>
          </p:cNvPr>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1694917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C7A65-4A3A-BCA8-CB63-2F6030B99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C522A-207E-E5AB-15D8-B34D901F1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B48AD-4F56-D6F1-F991-888EAA051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A97F82-C33E-D812-996A-F73BC6171EA1}"/>
              </a:ext>
            </a:extLst>
          </p:cNvPr>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107623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B742F-8BBF-5A2A-D397-3D1DF10E4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55BAF9-86DB-6FF0-8147-23DD99E57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DD6E6-8010-2CE5-6D2B-238D2B933A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36F18B-41AC-112A-1E83-DAA971A082AE}"/>
              </a:ext>
            </a:extLst>
          </p:cNvPr>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3598096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80FB9-3F13-E96C-0416-60D854DAB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D5963-51E5-8093-68A5-266F9022A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B14D3-03CA-2D30-7D4E-449143A794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FC342-7862-69BB-1F5F-068DE22C7D0E}"/>
              </a:ext>
            </a:extLst>
          </p:cNvPr>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439622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3F1D-03F1-BB45-6F94-CA3A90859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299A4-7077-0B70-F02B-8DCD9130C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B77A3-5F5D-5926-89A2-3232EAA06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CCA7E5-0383-49F7-1659-F0137C64FBC5}"/>
              </a:ext>
            </a:extLst>
          </p:cNvPr>
          <p:cNvSpPr>
            <a:spLocks noGrp="1"/>
          </p:cNvSpPr>
          <p:nvPr>
            <p:ph type="sldNum" sz="quarter" idx="5"/>
          </p:nvPr>
        </p:nvSpPr>
        <p:spPr/>
        <p:txBody>
          <a:bodyPr/>
          <a:lstStyle/>
          <a:p>
            <a:fld id="{DEF75CB5-5666-5049-9AE0-38EFD385C21E}" type="slidenum">
              <a:rPr lang="en-US" smtClean="0"/>
              <a:t>14</a:t>
            </a:fld>
            <a:endParaRPr lang="en-US" dirty="0"/>
          </a:p>
        </p:txBody>
      </p:sp>
    </p:spTree>
    <p:extLst>
      <p:ext uri="{BB962C8B-B14F-4D97-AF65-F5344CB8AC3E}">
        <p14:creationId xmlns:p14="http://schemas.microsoft.com/office/powerpoint/2010/main" val="3237734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071F-7E21-3CA7-29CE-620CBECC4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A8AD3-53C5-F99B-5093-54B50E15B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59D62-B391-C351-D989-E27F49641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EE0866-F1C8-D5E4-702C-E432F07FBC2D}"/>
              </a:ext>
            </a:extLst>
          </p:cNvPr>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3861013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96379-7AA2-3415-5B56-9D6E1CAD2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BD6FB-9A6D-3456-0815-4F32F9D7D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45F61-656E-5C04-3E77-2FC2DB8F73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7B7E57-BAE3-DBBD-7A6A-EAE62EE231F3}"/>
              </a:ext>
            </a:extLst>
          </p:cNvPr>
          <p:cNvSpPr>
            <a:spLocks noGrp="1"/>
          </p:cNvSpPr>
          <p:nvPr>
            <p:ph type="sldNum" sz="quarter" idx="5"/>
          </p:nvPr>
        </p:nvSpPr>
        <p:spPr/>
        <p:txBody>
          <a:bodyPr/>
          <a:lstStyle/>
          <a:p>
            <a:fld id="{DEF75CB5-5666-5049-9AE0-38EFD385C21E}" type="slidenum">
              <a:rPr lang="en-US" smtClean="0"/>
              <a:t>16</a:t>
            </a:fld>
            <a:endParaRPr lang="en-US" dirty="0"/>
          </a:p>
        </p:txBody>
      </p:sp>
    </p:spTree>
    <p:extLst>
      <p:ext uri="{BB962C8B-B14F-4D97-AF65-F5344CB8AC3E}">
        <p14:creationId xmlns:p14="http://schemas.microsoft.com/office/powerpoint/2010/main" val="2516971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CB525-592C-7ED9-9218-6A03222ED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E6A48-C4A1-4BFC-1515-4C1086EF7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6A4B15-CC87-3718-55FF-9B8A56E2E2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029955-5C9E-59C0-90C0-4499AE2978E7}"/>
              </a:ext>
            </a:extLst>
          </p:cNvPr>
          <p:cNvSpPr>
            <a:spLocks noGrp="1"/>
          </p:cNvSpPr>
          <p:nvPr>
            <p:ph type="sldNum" sz="quarter" idx="5"/>
          </p:nvPr>
        </p:nvSpPr>
        <p:spPr/>
        <p:txBody>
          <a:bodyPr/>
          <a:lstStyle/>
          <a:p>
            <a:fld id="{DEF75CB5-5666-5049-9AE0-38EFD385C21E}" type="slidenum">
              <a:rPr lang="en-US" smtClean="0"/>
              <a:t>17</a:t>
            </a:fld>
            <a:endParaRPr lang="en-US" dirty="0"/>
          </a:p>
        </p:txBody>
      </p:sp>
    </p:spTree>
    <p:extLst>
      <p:ext uri="{BB962C8B-B14F-4D97-AF65-F5344CB8AC3E}">
        <p14:creationId xmlns:p14="http://schemas.microsoft.com/office/powerpoint/2010/main" val="188502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F561-69DE-791D-252F-010C10DE6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71F27-C379-EF4B-0602-A015ABF41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D2990-13F2-BDDE-7B07-D1586A9741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BDEDB1-4661-1C42-AC24-3B122E9D0BED}"/>
              </a:ext>
            </a:extLst>
          </p:cNvPr>
          <p:cNvSpPr>
            <a:spLocks noGrp="1"/>
          </p:cNvSpPr>
          <p:nvPr>
            <p:ph type="sldNum" sz="quarter" idx="5"/>
          </p:nvPr>
        </p:nvSpPr>
        <p:spPr/>
        <p:txBody>
          <a:bodyPr/>
          <a:lstStyle/>
          <a:p>
            <a:fld id="{DEF75CB5-5666-5049-9AE0-38EFD385C21E}" type="slidenum">
              <a:rPr lang="en-US" smtClean="0"/>
              <a:t>18</a:t>
            </a:fld>
            <a:endParaRPr lang="en-US" dirty="0"/>
          </a:p>
        </p:txBody>
      </p:sp>
    </p:spTree>
    <p:extLst>
      <p:ext uri="{BB962C8B-B14F-4D97-AF65-F5344CB8AC3E}">
        <p14:creationId xmlns:p14="http://schemas.microsoft.com/office/powerpoint/2010/main" val="1558769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14DBC-4989-6082-C93E-008B31EB5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36998-C199-4257-C074-D8702B979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206E1-E486-5F11-1A46-1E9132211F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82922C-1BFE-1C03-E601-707924C234FA}"/>
              </a:ext>
            </a:extLst>
          </p:cNvPr>
          <p:cNvSpPr>
            <a:spLocks noGrp="1"/>
          </p:cNvSpPr>
          <p:nvPr>
            <p:ph type="sldNum" sz="quarter" idx="5"/>
          </p:nvPr>
        </p:nvSpPr>
        <p:spPr/>
        <p:txBody>
          <a:bodyPr/>
          <a:lstStyle/>
          <a:p>
            <a:fld id="{DEF75CB5-5666-5049-9AE0-38EFD385C21E}" type="slidenum">
              <a:rPr lang="en-US" smtClean="0"/>
              <a:t>19</a:t>
            </a:fld>
            <a:endParaRPr lang="en-US" dirty="0"/>
          </a:p>
        </p:txBody>
      </p:sp>
    </p:spTree>
    <p:extLst>
      <p:ext uri="{BB962C8B-B14F-4D97-AF65-F5344CB8AC3E}">
        <p14:creationId xmlns:p14="http://schemas.microsoft.com/office/powerpoint/2010/main" val="3191399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dirty="0"/>
              <a:t>Click icon to add picture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dirty="0"/>
              <a:t>Click icon to add picture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dirty="0"/>
              <a:t>Click icon to add table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dirty="0"/>
              <a:t>Click icon to add table</a:t>
            </a:r>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3" y="213360"/>
            <a:ext cx="12191998" cy="2337930"/>
          </a:xfrm>
        </p:spPr>
        <p:txBody>
          <a:bodyPr anchor="b"/>
          <a:lstStyle/>
          <a:p>
            <a:r>
              <a:rPr lang="en-US" sz="3600" dirty="0" err="1">
                <a:solidFill>
                  <a:schemeClr val="accent1">
                    <a:lumMod val="75000"/>
                  </a:schemeClr>
                </a:solidFill>
                <a:latin typeface="Times New Roman" panose="02020603050405020304" pitchFamily="18" charset="0"/>
                <a:cs typeface="Times New Roman" panose="02020603050405020304" pitchFamily="18" charset="0"/>
              </a:rPr>
              <a:t>Lập</a:t>
            </a:r>
            <a:r>
              <a:rPr lang="en-US" sz="3600" dirty="0">
                <a:solidFill>
                  <a:schemeClr val="accent1">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1">
                    <a:lumMod val="75000"/>
                  </a:schemeClr>
                </a:solidFill>
                <a:latin typeface="Times New Roman" panose="02020603050405020304" pitchFamily="18" charset="0"/>
                <a:cs typeface="Times New Roman" panose="02020603050405020304" pitchFamily="18" charset="0"/>
              </a:rPr>
              <a:t>Trình</a:t>
            </a:r>
            <a:r>
              <a:rPr lang="en-US" sz="3600" dirty="0">
                <a:solidFill>
                  <a:schemeClr val="accent1">
                    <a:lumMod val="75000"/>
                  </a:schemeClr>
                </a:solidFill>
                <a:latin typeface="Times New Roman" panose="02020603050405020304" pitchFamily="18" charset="0"/>
                <a:cs typeface="Times New Roman" panose="02020603050405020304" pitchFamily="18" charset="0"/>
              </a:rPr>
              <a:t> Net.(TIE501)</a:t>
            </a:r>
            <a:br>
              <a:rPr lang="en-US" sz="3600" dirty="0">
                <a:solidFill>
                  <a:schemeClr val="accent1">
                    <a:lumMod val="75000"/>
                  </a:schemeClr>
                </a:solidFill>
                <a:latin typeface="Times New Roman" panose="02020603050405020304" pitchFamily="18" charset="0"/>
                <a:cs typeface="Times New Roman" panose="02020603050405020304" pitchFamily="18" charset="0"/>
              </a:rPr>
            </a:br>
            <a:r>
              <a:rPr lang="en-US" sz="3600" dirty="0">
                <a:solidFill>
                  <a:schemeClr val="accent1">
                    <a:lumMod val="75000"/>
                  </a:schemeClr>
                </a:solidFill>
                <a:latin typeface="Times New Roman" panose="02020603050405020304" pitchFamily="18" charset="0"/>
                <a:cs typeface="Times New Roman" panose="02020603050405020304" pitchFamily="18" charset="0"/>
              </a:rPr>
              <a:t>XÂY DỰNG ỨNG DỤNG QUẢN </a:t>
            </a:r>
            <a:r>
              <a:rPr lang="vi-VN" sz="3600" dirty="0">
                <a:solidFill>
                  <a:schemeClr val="accent1">
                    <a:lumMod val="75000"/>
                  </a:schemeClr>
                </a:solidFill>
                <a:latin typeface="Times New Roman" panose="02020603050405020304" pitchFamily="18" charset="0"/>
                <a:cs typeface="Times New Roman" panose="02020603050405020304" pitchFamily="18" charset="0"/>
              </a:rPr>
              <a:t>LÝ KHÁCH SẠN</a:t>
            </a:r>
            <a:endParaRPr lang="en-US" sz="3600" dirty="0">
              <a:solidFill>
                <a:schemeClr val="accent1">
                  <a:lumMod val="75000"/>
                </a:schemeClr>
              </a:solidFill>
            </a:endParaRP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4" y="3670628"/>
            <a:ext cx="12191997" cy="2577772"/>
          </a:xfrm>
        </p:spPr>
        <p:txBody>
          <a:bodyPr/>
          <a:lstStyle/>
          <a:p>
            <a:pPr algn="l"/>
            <a:r>
              <a:rPr lang="en-US" sz="1800" dirty="0" err="1">
                <a:solidFill>
                  <a:srgbClr val="FFFF00"/>
                </a:solidFill>
              </a:rPr>
              <a:t>Giảng</a:t>
            </a:r>
            <a:r>
              <a:rPr lang="en-US" sz="1800" dirty="0">
                <a:solidFill>
                  <a:srgbClr val="FFFF00"/>
                </a:solidFill>
              </a:rPr>
              <a:t> </a:t>
            </a:r>
            <a:r>
              <a:rPr lang="en-US" sz="1800" dirty="0" err="1">
                <a:solidFill>
                  <a:srgbClr val="FFFF00"/>
                </a:solidFill>
              </a:rPr>
              <a:t>viên</a:t>
            </a:r>
            <a:r>
              <a:rPr lang="en-US" sz="1800" dirty="0">
                <a:solidFill>
                  <a:srgbClr val="FFFF00"/>
                </a:solidFill>
              </a:rPr>
              <a:t> </a:t>
            </a:r>
            <a:r>
              <a:rPr lang="en-US" sz="1800" dirty="0" err="1">
                <a:solidFill>
                  <a:srgbClr val="FFFF00"/>
                </a:solidFill>
              </a:rPr>
              <a:t>hướng</a:t>
            </a:r>
            <a:r>
              <a:rPr lang="en-US" sz="1800" dirty="0">
                <a:solidFill>
                  <a:srgbClr val="FFFF00"/>
                </a:solidFill>
              </a:rPr>
              <a:t> </a:t>
            </a:r>
            <a:r>
              <a:rPr lang="en-US" sz="1800" dirty="0" err="1">
                <a:solidFill>
                  <a:srgbClr val="FFFF00"/>
                </a:solidFill>
              </a:rPr>
              <a:t>dẫn</a:t>
            </a:r>
            <a:r>
              <a:rPr lang="en-US" sz="1800" dirty="0">
                <a:solidFill>
                  <a:srgbClr val="FFFF00"/>
                </a:solidFill>
              </a:rPr>
              <a:t>:  </a:t>
            </a:r>
            <a:r>
              <a:rPr lang="en-US" sz="1800" dirty="0" err="1">
                <a:solidFill>
                  <a:srgbClr val="FFFF00"/>
                </a:solidFill>
              </a:rPr>
              <a:t>Ths</a:t>
            </a:r>
            <a:r>
              <a:rPr lang="en-US" sz="1800" dirty="0">
                <a:solidFill>
                  <a:srgbClr val="FFFF00"/>
                </a:solidFill>
              </a:rPr>
              <a:t>. Nguyễn Ngọc Minh </a:t>
            </a:r>
            <a:endParaRPr lang="vi-VN" sz="1800" dirty="0">
              <a:solidFill>
                <a:schemeClr val="accent1">
                  <a:lumMod val="75000"/>
                </a:schemeClr>
              </a:solidFill>
              <a:latin typeface="Times New Roman" panose="02020603050405020304" pitchFamily="18" charset="0"/>
              <a:cs typeface="Times New Roman" panose="02020603050405020304" pitchFamily="18" charset="0"/>
            </a:endParaRPr>
          </a:p>
          <a:p>
            <a:pPr algn="l"/>
            <a:r>
              <a:rPr lang="en-US" sz="1800" dirty="0">
                <a:solidFill>
                  <a:schemeClr val="accent1">
                    <a:lumMod val="75000"/>
                  </a:schemeClr>
                </a:solidFill>
                <a:latin typeface="Times New Roman" panose="02020603050405020304" pitchFamily="18" charset="0"/>
                <a:cs typeface="Times New Roman" panose="02020603050405020304" pitchFamily="18" charset="0"/>
              </a:rPr>
              <a:t>Sinh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viên</a:t>
            </a:r>
            <a:r>
              <a:rPr lang="en-US" sz="1800"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thực</a:t>
            </a:r>
            <a:r>
              <a:rPr lang="en-US" sz="1800"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hiện</a:t>
            </a:r>
            <a:r>
              <a:rPr lang="en-US" sz="1800" dirty="0">
                <a:solidFill>
                  <a:schemeClr val="accent1">
                    <a:lumMod val="75000"/>
                  </a:schemeClr>
                </a:solidFill>
                <a:latin typeface="Times New Roman" panose="02020603050405020304" pitchFamily="18" charset="0"/>
                <a:cs typeface="Times New Roman" panose="02020603050405020304" pitchFamily="18" charset="0"/>
              </a:rPr>
              <a:t>:</a:t>
            </a:r>
          </a:p>
          <a:p>
            <a:pPr algn="l"/>
            <a:r>
              <a:rPr lang="vi-VN" sz="1800" dirty="0">
                <a:solidFill>
                  <a:schemeClr val="accent1">
                    <a:lumMod val="75000"/>
                  </a:schemeClr>
                </a:solidFill>
                <a:latin typeface="Times New Roman" panose="02020603050405020304" pitchFamily="18" charset="0"/>
                <a:cs typeface="Times New Roman" panose="02020603050405020304" pitchFamily="18" charset="0"/>
              </a:rPr>
              <a:t>DTH</a:t>
            </a:r>
            <a:r>
              <a:rPr lang="en-US" sz="1800" dirty="0">
                <a:solidFill>
                  <a:schemeClr val="accent1">
                    <a:lumMod val="75000"/>
                  </a:schemeClr>
                </a:solidFill>
                <a:latin typeface="Times New Roman" panose="02020603050405020304" pitchFamily="18" charset="0"/>
                <a:cs typeface="Times New Roman" panose="02020603050405020304" pitchFamily="18" charset="0"/>
              </a:rPr>
              <a:t>235738_</a:t>
            </a:r>
            <a:r>
              <a:rPr lang="vi-VN" sz="1800" dirty="0">
                <a:solidFill>
                  <a:schemeClr val="accent1">
                    <a:lumMod val="75000"/>
                  </a:schemeClr>
                </a:solidFill>
                <a:latin typeface="Times New Roman" panose="02020603050405020304" pitchFamily="18" charset="0"/>
                <a:cs typeface="Times New Roman" panose="02020603050405020304" pitchFamily="18" charset="0"/>
              </a:rPr>
              <a:t>Nguyễn văn trọng phuc_</a:t>
            </a:r>
            <a:r>
              <a:rPr lang="en-US" sz="1800" dirty="0">
                <a:solidFill>
                  <a:schemeClr val="accent1">
                    <a:lumMod val="75000"/>
                  </a:schemeClr>
                </a:solidFill>
                <a:latin typeface="Times New Roman" panose="02020603050405020304" pitchFamily="18" charset="0"/>
                <a:cs typeface="Times New Roman" panose="02020603050405020304" pitchFamily="18" charset="0"/>
              </a:rPr>
              <a:t>DH24TH3_NhómTH2_TổTH1</a:t>
            </a:r>
            <a:endParaRPr lang="vi-VN" sz="1800" dirty="0">
              <a:solidFill>
                <a:schemeClr val="accent1">
                  <a:lumMod val="75000"/>
                </a:schemeClr>
              </a:solidFill>
              <a:latin typeface="Times New Roman" panose="02020603050405020304" pitchFamily="18" charset="0"/>
              <a:cs typeface="Times New Roman" panose="02020603050405020304" pitchFamily="18" charset="0"/>
            </a:endParaRPr>
          </a:p>
          <a:p>
            <a:pPr algn="l"/>
            <a:r>
              <a:rPr lang="vi-VN" sz="1800" dirty="0">
                <a:solidFill>
                  <a:schemeClr val="accent1">
                    <a:lumMod val="75000"/>
                  </a:schemeClr>
                </a:solidFill>
                <a:latin typeface="Times New Roman" panose="02020603050405020304" pitchFamily="18" charset="0"/>
                <a:cs typeface="Times New Roman" panose="02020603050405020304" pitchFamily="18" charset="0"/>
              </a:rPr>
              <a:t>DTH235744_VÕ HOÀNG QUÂN</a:t>
            </a:r>
            <a:r>
              <a:rPr lang="en-US" sz="1800" dirty="0">
                <a:solidFill>
                  <a:schemeClr val="accent1">
                    <a:lumMod val="75000"/>
                  </a:schemeClr>
                </a:solidFill>
                <a:latin typeface="Times New Roman" panose="02020603050405020304" pitchFamily="18" charset="0"/>
                <a:cs typeface="Times New Roman" panose="02020603050405020304" pitchFamily="18" charset="0"/>
              </a:rPr>
              <a:t>.DH24TH3_NhómTH2_TổTH1</a:t>
            </a:r>
          </a:p>
          <a:p>
            <a:endParaRPr lang="en-US" dirty="0"/>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267570-8925-BBE9-D6D8-684FC10DBB34}"/>
              </a:ext>
            </a:extLst>
          </p:cNvPr>
          <p:cNvSpPr/>
          <p:nvPr/>
        </p:nvSpPr>
        <p:spPr>
          <a:xfrm>
            <a:off x="0" y="900259"/>
            <a:ext cx="8559538" cy="595774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10" name="TextBox 9">
            <a:extLst>
              <a:ext uri="{FF2B5EF4-FFF2-40B4-BE49-F238E27FC236}">
                <a16:creationId xmlns:a16="http://schemas.microsoft.com/office/drawing/2014/main" id="{667401DD-0F36-3A21-F95F-08B25F30E669}"/>
              </a:ext>
            </a:extLst>
          </p:cNvPr>
          <p:cNvSpPr txBox="1"/>
          <p:nvPr/>
        </p:nvSpPr>
        <p:spPr>
          <a:xfrm>
            <a:off x="51847" y="1312527"/>
            <a:ext cx="12088306" cy="584775"/>
          </a:xfrm>
          <a:prstGeom prst="rect">
            <a:avLst/>
          </a:prstGeom>
          <a:noFill/>
        </p:spPr>
        <p:txBody>
          <a:bodyPr wrap="square" rtlCol="0">
            <a:spAutoFit/>
          </a:bodyPr>
          <a:lstStyle/>
          <a:p>
            <a:pPr algn="ctr"/>
            <a:r>
              <a:rPr lang="vi-VN" sz="3200" dirty="0">
                <a:solidFill>
                  <a:srgbClr val="FFFF00"/>
                </a:solidFill>
              </a:rPr>
              <a:t>Tổng Quan</a:t>
            </a:r>
            <a:endParaRPr lang="en-US" sz="3200" dirty="0">
              <a:solidFill>
                <a:srgbClr val="FFFF00"/>
              </a:solidFill>
            </a:endParaRPr>
          </a:p>
        </p:txBody>
      </p:sp>
      <p:sp>
        <p:nvSpPr>
          <p:cNvPr id="11" name="Rectangle 10">
            <a:extLst>
              <a:ext uri="{FF2B5EF4-FFF2-40B4-BE49-F238E27FC236}">
                <a16:creationId xmlns:a16="http://schemas.microsoft.com/office/drawing/2014/main" id="{DDE1B31F-0B02-A254-FACF-1EA04C7D0229}"/>
              </a:ext>
            </a:extLst>
          </p:cNvPr>
          <p:cNvSpPr/>
          <p:nvPr/>
        </p:nvSpPr>
        <p:spPr>
          <a:xfrm>
            <a:off x="0" y="820132"/>
            <a:ext cx="12192000" cy="60378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9A0E0B56-7C84-E310-012B-21E0EA3D515F}"/>
              </a:ext>
            </a:extLst>
          </p:cNvPr>
          <p:cNvSpPr/>
          <p:nvPr/>
        </p:nvSpPr>
        <p:spPr>
          <a:xfrm>
            <a:off x="0" y="1281733"/>
            <a:ext cx="12192000" cy="415250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dirty="0">
                <a:solidFill>
                  <a:srgbClr val="FFFFFF"/>
                </a:solidFill>
              </a:rPr>
              <a:t>Trong những năm gần đây, sự phát triển mạnh mẽ của ngành du lịch – dịch vụ là điều không khó để nhận ra, các khách sạn, khu nghỉ dưỡng và cơ sở lưu trú đã không ngừng mở rộng quy mô cũng như nâng cao chất lượng phục vụ. Điều này dẫn đến nhu cầu tất yếu trong việc ứng dụng công nghệ thông tin nhằm tối ưu hóa quy trình quản lý, giảm thiểu sai sót thủ công và nâng cao hiệu suất hoạt động. Do đó, hệ thống quản lý khách sạn trở thành một trong những giải pháp quan trọng, giúp các cơ sở lưu trú vận hành chuyên nghiệp và hiện đại hơn.</a:t>
            </a:r>
            <a:endParaRPr lang="en-US" dirty="0">
              <a:solidFill>
                <a:srgbClr val="FFFFFF"/>
              </a:solidFill>
            </a:endParaRPr>
          </a:p>
          <a:p>
            <a:pPr algn="ctr"/>
            <a:endParaRPr lang="en-US" dirty="0">
              <a:solidFill>
                <a:srgbClr val="FFFFFF"/>
              </a:solidFill>
            </a:endParaRPr>
          </a:p>
        </p:txBody>
      </p:sp>
    </p:spTree>
    <p:extLst>
      <p:ext uri="{BB962C8B-B14F-4D97-AF65-F5344CB8AC3E}">
        <p14:creationId xmlns:p14="http://schemas.microsoft.com/office/powerpoint/2010/main" val="669805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a:extLst>
            <a:ext uri="{FF2B5EF4-FFF2-40B4-BE49-F238E27FC236}">
              <a16:creationId xmlns:a16="http://schemas.microsoft.com/office/drawing/2014/main" id="{51F9851C-308A-00DC-1357-E5AB728AFC44}"/>
            </a:ext>
          </a:extLst>
        </p:cNvPr>
        <p:cNvGrpSpPr/>
        <p:nvPr/>
      </p:nvGrpSpPr>
      <p:grpSpPr>
        <a:xfrm>
          <a:off x="0" y="0"/>
          <a:ext cx="0" cy="0"/>
          <a:chOff x="0" y="0"/>
          <a:chExt cx="0" cy="0"/>
        </a:xfrm>
      </p:grpSpPr>
      <p:sp>
        <p:nvSpPr>
          <p:cNvPr id="31" name="Text Placeholder 3">
            <a:extLst>
              <a:ext uri="{FF2B5EF4-FFF2-40B4-BE49-F238E27FC236}">
                <a16:creationId xmlns:a16="http://schemas.microsoft.com/office/drawing/2014/main" id="{4DEBC6C3-5577-40CA-AAA4-B977085C0C0E}"/>
              </a:ext>
            </a:extLst>
          </p:cNvPr>
          <p:cNvSpPr>
            <a:spLocks noGrp="1"/>
          </p:cNvSpPr>
          <p:nvPr>
            <p:ph sz="quarter" idx="10"/>
          </p:nvPr>
        </p:nvSpPr>
        <p:spPr>
          <a:xfrm>
            <a:off x="23451" y="3342945"/>
            <a:ext cx="6095999" cy="2068041"/>
          </a:xfrm>
        </p:spPr>
        <p:txBody>
          <a:bodyPr anchor="t"/>
          <a:lstStyle/>
          <a:p>
            <a:r>
              <a:rPr lang="vi-VN" sz="2000" dirty="0"/>
              <a:t>1.SQL Sever</a:t>
            </a:r>
            <a:endParaRPr lang="en-US" sz="2000" dirty="0"/>
          </a:p>
          <a:p>
            <a:r>
              <a:rPr lang="vi-VN" sz="2000" dirty="0"/>
              <a:t>2.Visual studios 2022</a:t>
            </a:r>
            <a:endParaRPr lang="en-US" sz="2000" dirty="0"/>
          </a:p>
          <a:p>
            <a:r>
              <a:rPr lang="vi-VN" sz="2000" dirty="0"/>
              <a:t>3.Các thư viện</a:t>
            </a:r>
            <a:endParaRPr lang="en-US" sz="2000" dirty="0"/>
          </a:p>
          <a:p>
            <a:endParaRPr lang="en-US" dirty="0"/>
          </a:p>
        </p:txBody>
      </p:sp>
      <p:sp>
        <p:nvSpPr>
          <p:cNvPr id="3" name="Title 2">
            <a:extLst>
              <a:ext uri="{FF2B5EF4-FFF2-40B4-BE49-F238E27FC236}">
                <a16:creationId xmlns:a16="http://schemas.microsoft.com/office/drawing/2014/main" id="{7C4E0C59-938B-4FCD-7F2E-BCBFB2BD8052}"/>
              </a:ext>
            </a:extLst>
          </p:cNvPr>
          <p:cNvSpPr>
            <a:spLocks noGrp="1"/>
          </p:cNvSpPr>
          <p:nvPr>
            <p:ph type="title"/>
          </p:nvPr>
        </p:nvSpPr>
        <p:spPr>
          <a:xfrm>
            <a:off x="838200" y="904973"/>
            <a:ext cx="4466502" cy="1052013"/>
          </a:xfrm>
        </p:spPr>
        <p:txBody>
          <a:bodyPr/>
          <a:lstStyle/>
          <a:p>
            <a:pPr algn="ctr"/>
            <a:r>
              <a:rPr lang="vi-VN" dirty="0">
                <a:solidFill>
                  <a:srgbClr val="FFFF00"/>
                </a:solidFill>
              </a:rPr>
              <a:t>Các công cụ thực hiện</a:t>
            </a:r>
            <a:endParaRPr lang="en-US" dirty="0">
              <a:solidFill>
                <a:srgbClr val="FFFF00"/>
              </a:solidFill>
            </a:endParaRPr>
          </a:p>
        </p:txBody>
      </p:sp>
    </p:spTree>
    <p:extLst>
      <p:ext uri="{BB962C8B-B14F-4D97-AF65-F5344CB8AC3E}">
        <p14:creationId xmlns:p14="http://schemas.microsoft.com/office/powerpoint/2010/main" val="479381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5FB66-D435-6488-0A1D-3A26A6B23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975AC-9B78-F8DE-1F4B-CCA5384611B9}"/>
              </a:ext>
            </a:extLst>
          </p:cNvPr>
          <p:cNvSpPr>
            <a:spLocks noGrp="1"/>
          </p:cNvSpPr>
          <p:nvPr>
            <p:ph type="title"/>
          </p:nvPr>
        </p:nvSpPr>
        <p:spPr>
          <a:xfrm>
            <a:off x="321869" y="344080"/>
            <a:ext cx="11548261" cy="888844"/>
          </a:xfrm>
        </p:spPr>
        <p:txBody>
          <a:bodyPr/>
          <a:lstStyle/>
          <a:p>
            <a:r>
              <a:rPr lang="vi-VN" dirty="0"/>
              <a:t>Tạo bảng cơ sở dữ liệ</a:t>
            </a:r>
            <a:endParaRPr lang="en-US" dirty="0"/>
          </a:p>
        </p:txBody>
      </p:sp>
      <p:sp>
        <p:nvSpPr>
          <p:cNvPr id="3" name="Slide Number Placeholder 2">
            <a:extLst>
              <a:ext uri="{FF2B5EF4-FFF2-40B4-BE49-F238E27FC236}">
                <a16:creationId xmlns:a16="http://schemas.microsoft.com/office/drawing/2014/main" id="{DFD8268C-EA1B-FBF1-22C5-E7B3D14722BC}"/>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pic>
        <p:nvPicPr>
          <p:cNvPr id="7" name="Picture 6">
            <a:extLst>
              <a:ext uri="{FF2B5EF4-FFF2-40B4-BE49-F238E27FC236}">
                <a16:creationId xmlns:a16="http://schemas.microsoft.com/office/drawing/2014/main" id="{335A110F-CE30-7787-BBB7-CDFE101CCEF7}"/>
              </a:ext>
            </a:extLst>
          </p:cNvPr>
          <p:cNvPicPr>
            <a:picLocks noChangeAspect="1"/>
          </p:cNvPicPr>
          <p:nvPr/>
        </p:nvPicPr>
        <p:blipFill>
          <a:blip r:embed="rId3"/>
          <a:stretch>
            <a:fillRect/>
          </a:stretch>
        </p:blipFill>
        <p:spPr>
          <a:xfrm>
            <a:off x="806782" y="1232924"/>
            <a:ext cx="5563376" cy="5280996"/>
          </a:xfrm>
          <a:prstGeom prst="rect">
            <a:avLst/>
          </a:prstGeom>
        </p:spPr>
      </p:pic>
      <p:pic>
        <p:nvPicPr>
          <p:cNvPr id="9" name="Picture 8">
            <a:extLst>
              <a:ext uri="{FF2B5EF4-FFF2-40B4-BE49-F238E27FC236}">
                <a16:creationId xmlns:a16="http://schemas.microsoft.com/office/drawing/2014/main" id="{A0C34735-4CE2-A05F-DC8D-CAEAFEAC2A06}"/>
              </a:ext>
            </a:extLst>
          </p:cNvPr>
          <p:cNvPicPr>
            <a:picLocks noChangeAspect="1"/>
          </p:cNvPicPr>
          <p:nvPr/>
        </p:nvPicPr>
        <p:blipFill>
          <a:blip r:embed="rId4"/>
          <a:stretch>
            <a:fillRect/>
          </a:stretch>
        </p:blipFill>
        <p:spPr>
          <a:xfrm>
            <a:off x="6370158" y="1232924"/>
            <a:ext cx="5092836" cy="5280996"/>
          </a:xfrm>
          <a:prstGeom prst="rect">
            <a:avLst/>
          </a:prstGeom>
        </p:spPr>
      </p:pic>
    </p:spTree>
    <p:extLst>
      <p:ext uri="{BB962C8B-B14F-4D97-AF65-F5344CB8AC3E}">
        <p14:creationId xmlns:p14="http://schemas.microsoft.com/office/powerpoint/2010/main" val="191782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E0C28-891B-6AB7-CE85-CAC1896B1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F8FC2-7B8B-B4B5-99DE-70FB3D311704}"/>
              </a:ext>
            </a:extLst>
          </p:cNvPr>
          <p:cNvSpPr>
            <a:spLocks noGrp="1"/>
          </p:cNvSpPr>
          <p:nvPr>
            <p:ph type="title"/>
          </p:nvPr>
        </p:nvSpPr>
        <p:spPr>
          <a:xfrm>
            <a:off x="321869" y="344080"/>
            <a:ext cx="11548261" cy="888844"/>
          </a:xfrm>
        </p:spPr>
        <p:txBody>
          <a:bodyPr/>
          <a:lstStyle/>
          <a:p>
            <a:r>
              <a:rPr lang="vi-VN" dirty="0"/>
              <a:t>DATABASE DIAGRAMS</a:t>
            </a:r>
            <a:endParaRPr lang="en-US" dirty="0"/>
          </a:p>
        </p:txBody>
      </p:sp>
      <p:sp>
        <p:nvSpPr>
          <p:cNvPr id="3" name="Slide Number Placeholder 2">
            <a:extLst>
              <a:ext uri="{FF2B5EF4-FFF2-40B4-BE49-F238E27FC236}">
                <a16:creationId xmlns:a16="http://schemas.microsoft.com/office/drawing/2014/main" id="{5F2A4898-DE11-F2C4-6C47-4E8C498836D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dirty="0"/>
          </a:p>
        </p:txBody>
      </p:sp>
      <p:pic>
        <p:nvPicPr>
          <p:cNvPr id="4" name="Picture 3">
            <a:extLst>
              <a:ext uri="{FF2B5EF4-FFF2-40B4-BE49-F238E27FC236}">
                <a16:creationId xmlns:a16="http://schemas.microsoft.com/office/drawing/2014/main" id="{FC609268-D840-7549-86BB-82C9EC72AEB2}"/>
              </a:ext>
            </a:extLst>
          </p:cNvPr>
          <p:cNvPicPr>
            <a:picLocks noChangeAspect="1"/>
          </p:cNvPicPr>
          <p:nvPr/>
        </p:nvPicPr>
        <p:blipFill>
          <a:blip r:embed="rId3"/>
          <a:stretch>
            <a:fillRect/>
          </a:stretch>
        </p:blipFill>
        <p:spPr>
          <a:xfrm>
            <a:off x="1809946" y="1326832"/>
            <a:ext cx="8559539" cy="4630908"/>
          </a:xfrm>
          <a:prstGeom prst="rect">
            <a:avLst/>
          </a:prstGeom>
        </p:spPr>
      </p:pic>
    </p:spTree>
    <p:extLst>
      <p:ext uri="{BB962C8B-B14F-4D97-AF65-F5344CB8AC3E}">
        <p14:creationId xmlns:p14="http://schemas.microsoft.com/office/powerpoint/2010/main" val="1953354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D7DAB-1A78-8AAA-23ED-89E50705F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86109-F543-E6D1-6D63-8A93898D6A69}"/>
              </a:ext>
            </a:extLst>
          </p:cNvPr>
          <p:cNvSpPr>
            <a:spLocks noGrp="1"/>
          </p:cNvSpPr>
          <p:nvPr>
            <p:ph type="title"/>
          </p:nvPr>
        </p:nvSpPr>
        <p:spPr>
          <a:xfrm>
            <a:off x="321869" y="344080"/>
            <a:ext cx="11548261" cy="888844"/>
          </a:xfrm>
        </p:spPr>
        <p:txBody>
          <a:bodyPr/>
          <a:lstStyle/>
          <a:p>
            <a:r>
              <a:rPr lang="vi-VN" dirty="0"/>
              <a:t>Giao Diện Trang chủ</a:t>
            </a:r>
            <a:endParaRPr lang="en-US" dirty="0"/>
          </a:p>
        </p:txBody>
      </p:sp>
      <p:sp>
        <p:nvSpPr>
          <p:cNvPr id="3" name="Slide Number Placeholder 2">
            <a:extLst>
              <a:ext uri="{FF2B5EF4-FFF2-40B4-BE49-F238E27FC236}">
                <a16:creationId xmlns:a16="http://schemas.microsoft.com/office/drawing/2014/main" id="{3460AF90-7FAC-D367-8B04-1C895CA260C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6</a:t>
            </a:fld>
            <a:endParaRPr lang="en-US" dirty="0"/>
          </a:p>
        </p:txBody>
      </p:sp>
      <p:pic>
        <p:nvPicPr>
          <p:cNvPr id="5" name="Picture 4">
            <a:extLst>
              <a:ext uri="{FF2B5EF4-FFF2-40B4-BE49-F238E27FC236}">
                <a16:creationId xmlns:a16="http://schemas.microsoft.com/office/drawing/2014/main" id="{5B74A86D-FE9F-B1DC-4774-2727565767C3}"/>
              </a:ext>
            </a:extLst>
          </p:cNvPr>
          <p:cNvPicPr>
            <a:picLocks noChangeAspect="1"/>
          </p:cNvPicPr>
          <p:nvPr/>
        </p:nvPicPr>
        <p:blipFill>
          <a:blip r:embed="rId3"/>
          <a:stretch>
            <a:fillRect/>
          </a:stretch>
        </p:blipFill>
        <p:spPr>
          <a:xfrm>
            <a:off x="2083324" y="1385740"/>
            <a:ext cx="8201320" cy="5052767"/>
          </a:xfrm>
          <a:prstGeom prst="rect">
            <a:avLst/>
          </a:prstGeom>
        </p:spPr>
      </p:pic>
    </p:spTree>
    <p:extLst>
      <p:ext uri="{BB962C8B-B14F-4D97-AF65-F5344CB8AC3E}">
        <p14:creationId xmlns:p14="http://schemas.microsoft.com/office/powerpoint/2010/main" val="4057358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CEA66-C378-CDCB-1724-0FA118D4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11AF0-8794-9C40-5A2A-B4CEC11C7A10}"/>
              </a:ext>
            </a:extLst>
          </p:cNvPr>
          <p:cNvSpPr>
            <a:spLocks noGrp="1"/>
          </p:cNvSpPr>
          <p:nvPr>
            <p:ph type="title"/>
          </p:nvPr>
        </p:nvSpPr>
        <p:spPr>
          <a:xfrm>
            <a:off x="321869" y="344080"/>
            <a:ext cx="11548261" cy="796563"/>
          </a:xfrm>
        </p:spPr>
        <p:txBody>
          <a:bodyPr/>
          <a:lstStyle/>
          <a:p>
            <a:r>
              <a:rPr lang="vi-VN" dirty="0"/>
              <a:t>Giao Diện đặt phòng</a:t>
            </a:r>
            <a:endParaRPr lang="en-US" dirty="0"/>
          </a:p>
        </p:txBody>
      </p:sp>
      <p:sp>
        <p:nvSpPr>
          <p:cNvPr id="3" name="Slide Number Placeholder 2">
            <a:extLst>
              <a:ext uri="{FF2B5EF4-FFF2-40B4-BE49-F238E27FC236}">
                <a16:creationId xmlns:a16="http://schemas.microsoft.com/office/drawing/2014/main" id="{912501D7-5453-7D72-60E8-C7F2BCA077D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7</a:t>
            </a:fld>
            <a:endParaRPr lang="en-US" dirty="0"/>
          </a:p>
        </p:txBody>
      </p:sp>
      <p:pic>
        <p:nvPicPr>
          <p:cNvPr id="6" name="Picture 5">
            <a:extLst>
              <a:ext uri="{FF2B5EF4-FFF2-40B4-BE49-F238E27FC236}">
                <a16:creationId xmlns:a16="http://schemas.microsoft.com/office/drawing/2014/main" id="{F11D1D6F-09F4-1B0E-B496-EFD105791D46}"/>
              </a:ext>
            </a:extLst>
          </p:cNvPr>
          <p:cNvPicPr>
            <a:picLocks noChangeAspect="1"/>
          </p:cNvPicPr>
          <p:nvPr/>
        </p:nvPicPr>
        <p:blipFill>
          <a:blip r:embed="rId3"/>
          <a:stretch>
            <a:fillRect/>
          </a:stretch>
        </p:blipFill>
        <p:spPr>
          <a:xfrm>
            <a:off x="1020892" y="1272619"/>
            <a:ext cx="10150216" cy="5241302"/>
          </a:xfrm>
          <a:prstGeom prst="rect">
            <a:avLst/>
          </a:prstGeom>
        </p:spPr>
      </p:pic>
    </p:spTree>
    <p:extLst>
      <p:ext uri="{BB962C8B-B14F-4D97-AF65-F5344CB8AC3E}">
        <p14:creationId xmlns:p14="http://schemas.microsoft.com/office/powerpoint/2010/main" val="204123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7FF13-9723-38F2-4F36-F04D0DB9F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97008-3E26-1EC4-A2FF-50947FC112F7}"/>
              </a:ext>
            </a:extLst>
          </p:cNvPr>
          <p:cNvSpPr>
            <a:spLocks noGrp="1"/>
          </p:cNvSpPr>
          <p:nvPr>
            <p:ph type="title"/>
          </p:nvPr>
        </p:nvSpPr>
        <p:spPr>
          <a:xfrm>
            <a:off x="321869" y="344080"/>
            <a:ext cx="11548261" cy="796563"/>
          </a:xfrm>
        </p:spPr>
        <p:txBody>
          <a:bodyPr/>
          <a:lstStyle/>
          <a:p>
            <a:r>
              <a:rPr lang="vi-VN" dirty="0"/>
              <a:t>Giao Diện đặt dịch vụ</a:t>
            </a:r>
            <a:endParaRPr lang="en-US" dirty="0"/>
          </a:p>
        </p:txBody>
      </p:sp>
      <p:sp>
        <p:nvSpPr>
          <p:cNvPr id="3" name="Slide Number Placeholder 2">
            <a:extLst>
              <a:ext uri="{FF2B5EF4-FFF2-40B4-BE49-F238E27FC236}">
                <a16:creationId xmlns:a16="http://schemas.microsoft.com/office/drawing/2014/main" id="{5EFEF224-BD1F-3D1D-2370-5BDA28B4BF7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dirty="0"/>
          </a:p>
        </p:txBody>
      </p:sp>
      <p:pic>
        <p:nvPicPr>
          <p:cNvPr id="6" name="Picture 5">
            <a:extLst>
              <a:ext uri="{FF2B5EF4-FFF2-40B4-BE49-F238E27FC236}">
                <a16:creationId xmlns:a16="http://schemas.microsoft.com/office/drawing/2014/main" id="{7E20389C-FF47-5F3B-1461-6C9D8445D11C}"/>
              </a:ext>
            </a:extLst>
          </p:cNvPr>
          <p:cNvPicPr>
            <a:picLocks noChangeAspect="1"/>
          </p:cNvPicPr>
          <p:nvPr/>
        </p:nvPicPr>
        <p:blipFill>
          <a:blip r:embed="rId3"/>
          <a:stretch>
            <a:fillRect/>
          </a:stretch>
        </p:blipFill>
        <p:spPr>
          <a:xfrm>
            <a:off x="1018096" y="1282044"/>
            <a:ext cx="10030118" cy="5231875"/>
          </a:xfrm>
          <a:prstGeom prst="rect">
            <a:avLst/>
          </a:prstGeom>
        </p:spPr>
      </p:pic>
    </p:spTree>
    <p:extLst>
      <p:ext uri="{BB962C8B-B14F-4D97-AF65-F5344CB8AC3E}">
        <p14:creationId xmlns:p14="http://schemas.microsoft.com/office/powerpoint/2010/main" val="3586633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253F4-942A-CCDB-4419-ABD200BB9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E703B-DB1D-C0B8-8378-921F7522DDB3}"/>
              </a:ext>
            </a:extLst>
          </p:cNvPr>
          <p:cNvSpPr>
            <a:spLocks noGrp="1"/>
          </p:cNvSpPr>
          <p:nvPr>
            <p:ph type="title"/>
          </p:nvPr>
        </p:nvSpPr>
        <p:spPr>
          <a:xfrm>
            <a:off x="321869" y="344080"/>
            <a:ext cx="11548261" cy="796563"/>
          </a:xfrm>
        </p:spPr>
        <p:txBody>
          <a:bodyPr/>
          <a:lstStyle/>
          <a:p>
            <a:r>
              <a:rPr lang="vi-VN" dirty="0"/>
              <a:t>Giao Diện trả phòng</a:t>
            </a:r>
            <a:endParaRPr lang="en-US" dirty="0"/>
          </a:p>
        </p:txBody>
      </p:sp>
      <p:sp>
        <p:nvSpPr>
          <p:cNvPr id="3" name="Slide Number Placeholder 2">
            <a:extLst>
              <a:ext uri="{FF2B5EF4-FFF2-40B4-BE49-F238E27FC236}">
                <a16:creationId xmlns:a16="http://schemas.microsoft.com/office/drawing/2014/main" id="{2888DD71-E62C-291D-FA87-97EAF018473D}"/>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9</a:t>
            </a:fld>
            <a:endParaRPr lang="en-US" dirty="0"/>
          </a:p>
        </p:txBody>
      </p:sp>
      <p:pic>
        <p:nvPicPr>
          <p:cNvPr id="5" name="Picture 4">
            <a:extLst>
              <a:ext uri="{FF2B5EF4-FFF2-40B4-BE49-F238E27FC236}">
                <a16:creationId xmlns:a16="http://schemas.microsoft.com/office/drawing/2014/main" id="{1E535D56-956B-4C56-E99F-B43EF86C7EF7}"/>
              </a:ext>
            </a:extLst>
          </p:cNvPr>
          <p:cNvPicPr>
            <a:picLocks noChangeAspect="1"/>
          </p:cNvPicPr>
          <p:nvPr/>
        </p:nvPicPr>
        <p:blipFill>
          <a:blip r:embed="rId3"/>
          <a:stretch>
            <a:fillRect/>
          </a:stretch>
        </p:blipFill>
        <p:spPr>
          <a:xfrm>
            <a:off x="1131216" y="1216058"/>
            <a:ext cx="9926425" cy="5297862"/>
          </a:xfrm>
          <a:prstGeom prst="rect">
            <a:avLst/>
          </a:prstGeom>
        </p:spPr>
      </p:pic>
    </p:spTree>
    <p:extLst>
      <p:ext uri="{BB962C8B-B14F-4D97-AF65-F5344CB8AC3E}">
        <p14:creationId xmlns:p14="http://schemas.microsoft.com/office/powerpoint/2010/main" val="761929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1F40-8A97-5011-9F3A-2BC6C3B31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CEFBF-6B69-2CD2-C362-23C8357231D2}"/>
              </a:ext>
            </a:extLst>
          </p:cNvPr>
          <p:cNvSpPr>
            <a:spLocks noGrp="1"/>
          </p:cNvSpPr>
          <p:nvPr>
            <p:ph type="title"/>
          </p:nvPr>
        </p:nvSpPr>
        <p:spPr>
          <a:xfrm>
            <a:off x="321869" y="344080"/>
            <a:ext cx="11548261" cy="796563"/>
          </a:xfrm>
        </p:spPr>
        <p:txBody>
          <a:bodyPr/>
          <a:lstStyle/>
          <a:p>
            <a:r>
              <a:rPr lang="vi-VN" dirty="0"/>
              <a:t>Giao Diện thanh toán</a:t>
            </a:r>
            <a:endParaRPr lang="en-US" dirty="0"/>
          </a:p>
        </p:txBody>
      </p:sp>
      <p:sp>
        <p:nvSpPr>
          <p:cNvPr id="3" name="Slide Number Placeholder 2">
            <a:extLst>
              <a:ext uri="{FF2B5EF4-FFF2-40B4-BE49-F238E27FC236}">
                <a16:creationId xmlns:a16="http://schemas.microsoft.com/office/drawing/2014/main" id="{94999097-2078-73F7-5829-F4A6F3DE42D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10</a:t>
            </a:fld>
            <a:endParaRPr lang="en-US" dirty="0"/>
          </a:p>
        </p:txBody>
      </p:sp>
      <p:pic>
        <p:nvPicPr>
          <p:cNvPr id="6" name="Picture 5">
            <a:extLst>
              <a:ext uri="{FF2B5EF4-FFF2-40B4-BE49-F238E27FC236}">
                <a16:creationId xmlns:a16="http://schemas.microsoft.com/office/drawing/2014/main" id="{D3DB99FD-ADBA-3F69-A140-730B7A00AF96}"/>
              </a:ext>
            </a:extLst>
          </p:cNvPr>
          <p:cNvPicPr>
            <a:picLocks noChangeAspect="1"/>
          </p:cNvPicPr>
          <p:nvPr/>
        </p:nvPicPr>
        <p:blipFill>
          <a:blip r:embed="rId3"/>
          <a:stretch>
            <a:fillRect/>
          </a:stretch>
        </p:blipFill>
        <p:spPr>
          <a:xfrm>
            <a:off x="1112364" y="1291472"/>
            <a:ext cx="10096106" cy="5222448"/>
          </a:xfrm>
          <a:prstGeom prst="rect">
            <a:avLst/>
          </a:prstGeom>
        </p:spPr>
      </p:pic>
    </p:spTree>
    <p:extLst>
      <p:ext uri="{BB962C8B-B14F-4D97-AF65-F5344CB8AC3E}">
        <p14:creationId xmlns:p14="http://schemas.microsoft.com/office/powerpoint/2010/main" val="2777796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6B31-87B6-A281-0555-8635799AB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21DC5-0094-DB13-82BE-4A11C6B55926}"/>
              </a:ext>
            </a:extLst>
          </p:cNvPr>
          <p:cNvSpPr>
            <a:spLocks noGrp="1"/>
          </p:cNvSpPr>
          <p:nvPr>
            <p:ph type="title"/>
          </p:nvPr>
        </p:nvSpPr>
        <p:spPr>
          <a:xfrm>
            <a:off x="321869" y="344080"/>
            <a:ext cx="11548261" cy="796563"/>
          </a:xfrm>
        </p:spPr>
        <p:txBody>
          <a:bodyPr/>
          <a:lstStyle/>
          <a:p>
            <a:r>
              <a:rPr lang="vi-VN" dirty="0"/>
              <a:t>Giao Diện hóa đơn</a:t>
            </a:r>
            <a:endParaRPr lang="en-US" dirty="0"/>
          </a:p>
        </p:txBody>
      </p:sp>
      <p:sp>
        <p:nvSpPr>
          <p:cNvPr id="3" name="Slide Number Placeholder 2">
            <a:extLst>
              <a:ext uri="{FF2B5EF4-FFF2-40B4-BE49-F238E27FC236}">
                <a16:creationId xmlns:a16="http://schemas.microsoft.com/office/drawing/2014/main" id="{2EE8A446-2915-647A-3662-F46F19F8B0A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11</a:t>
            </a:fld>
            <a:endParaRPr lang="en-US" dirty="0"/>
          </a:p>
        </p:txBody>
      </p:sp>
      <p:pic>
        <p:nvPicPr>
          <p:cNvPr id="6" name="Picture 5">
            <a:extLst>
              <a:ext uri="{FF2B5EF4-FFF2-40B4-BE49-F238E27FC236}">
                <a16:creationId xmlns:a16="http://schemas.microsoft.com/office/drawing/2014/main" id="{DF3A7EFD-AE23-24D3-3FA8-0E6D002F7310}"/>
              </a:ext>
            </a:extLst>
          </p:cNvPr>
          <p:cNvPicPr>
            <a:picLocks noChangeAspect="1"/>
          </p:cNvPicPr>
          <p:nvPr/>
        </p:nvPicPr>
        <p:blipFill>
          <a:blip r:embed="rId3"/>
          <a:stretch>
            <a:fillRect/>
          </a:stretch>
        </p:blipFill>
        <p:spPr>
          <a:xfrm>
            <a:off x="1102936" y="1357460"/>
            <a:ext cx="9851010" cy="5156459"/>
          </a:xfrm>
          <a:prstGeom prst="rect">
            <a:avLst/>
          </a:prstGeom>
        </p:spPr>
      </p:pic>
    </p:spTree>
    <p:extLst>
      <p:ext uri="{BB962C8B-B14F-4D97-AF65-F5344CB8AC3E}">
        <p14:creationId xmlns:p14="http://schemas.microsoft.com/office/powerpoint/2010/main" val="1188717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F7C5-CBA2-9823-0CBA-5BD773998046}"/>
              </a:ext>
            </a:extLst>
          </p:cNvPr>
          <p:cNvSpPr>
            <a:spLocks noGrp="1"/>
          </p:cNvSpPr>
          <p:nvPr>
            <p:ph type="title"/>
          </p:nvPr>
        </p:nvSpPr>
        <p:spPr>
          <a:xfrm>
            <a:off x="321869" y="344080"/>
            <a:ext cx="11548261" cy="919112"/>
          </a:xfrm>
        </p:spPr>
        <p:txBody>
          <a:bodyPr/>
          <a:lstStyle/>
          <a:p>
            <a:r>
              <a:rPr lang="vi-VN" dirty="0"/>
              <a:t>Giao Diện đăng nhập</a:t>
            </a:r>
            <a:endParaRPr lang="en-US" dirty="0"/>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12</a:t>
            </a:fld>
            <a:endParaRPr lang="en-US" dirty="0"/>
          </a:p>
        </p:txBody>
      </p:sp>
      <p:pic>
        <p:nvPicPr>
          <p:cNvPr id="6" name="Picture 5">
            <a:extLst>
              <a:ext uri="{FF2B5EF4-FFF2-40B4-BE49-F238E27FC236}">
                <a16:creationId xmlns:a16="http://schemas.microsoft.com/office/drawing/2014/main" id="{F7A33215-543D-D928-081D-86F4A19A2A35}"/>
              </a:ext>
            </a:extLst>
          </p:cNvPr>
          <p:cNvPicPr>
            <a:picLocks noChangeAspect="1"/>
          </p:cNvPicPr>
          <p:nvPr/>
        </p:nvPicPr>
        <p:blipFill>
          <a:blip r:embed="rId3"/>
          <a:stretch>
            <a:fillRect/>
          </a:stretch>
        </p:blipFill>
        <p:spPr>
          <a:xfrm>
            <a:off x="1095079" y="1541077"/>
            <a:ext cx="10132245" cy="4685121"/>
          </a:xfrm>
          <a:prstGeom prst="rect">
            <a:avLst/>
          </a:prstGeom>
        </p:spPr>
      </p:pic>
    </p:spTree>
    <p:extLst>
      <p:ext uri="{BB962C8B-B14F-4D97-AF65-F5344CB8AC3E}">
        <p14:creationId xmlns:p14="http://schemas.microsoft.com/office/powerpoint/2010/main" val="1397193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EBDE-7AF2-8A1B-8E89-072E5AF79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9D28E-8400-C9A6-3766-ADA361136C85}"/>
              </a:ext>
            </a:extLst>
          </p:cNvPr>
          <p:cNvSpPr>
            <a:spLocks noGrp="1"/>
          </p:cNvSpPr>
          <p:nvPr>
            <p:ph type="title"/>
          </p:nvPr>
        </p:nvSpPr>
        <p:spPr>
          <a:xfrm>
            <a:off x="321869" y="344080"/>
            <a:ext cx="11548261" cy="796563"/>
          </a:xfrm>
        </p:spPr>
        <p:txBody>
          <a:bodyPr/>
          <a:lstStyle/>
          <a:p>
            <a:r>
              <a:rPr lang="vi-VN" dirty="0"/>
              <a:t>Giao Diện trang chủ admin</a:t>
            </a:r>
            <a:endParaRPr lang="en-US" dirty="0"/>
          </a:p>
        </p:txBody>
      </p:sp>
      <p:sp>
        <p:nvSpPr>
          <p:cNvPr id="3" name="Slide Number Placeholder 2">
            <a:extLst>
              <a:ext uri="{FF2B5EF4-FFF2-40B4-BE49-F238E27FC236}">
                <a16:creationId xmlns:a16="http://schemas.microsoft.com/office/drawing/2014/main" id="{E8B885D2-4950-4B37-CCAE-606ECBDB2F44}"/>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13</a:t>
            </a:fld>
            <a:endParaRPr lang="en-US" dirty="0"/>
          </a:p>
        </p:txBody>
      </p:sp>
      <p:pic>
        <p:nvPicPr>
          <p:cNvPr id="4" name="Picture 3">
            <a:extLst>
              <a:ext uri="{FF2B5EF4-FFF2-40B4-BE49-F238E27FC236}">
                <a16:creationId xmlns:a16="http://schemas.microsoft.com/office/drawing/2014/main" id="{93D61662-081D-C3A1-6544-127B14D90356}"/>
              </a:ext>
            </a:extLst>
          </p:cNvPr>
          <p:cNvPicPr>
            <a:picLocks noChangeAspect="1"/>
          </p:cNvPicPr>
          <p:nvPr/>
        </p:nvPicPr>
        <p:blipFill>
          <a:blip r:embed="rId3"/>
          <a:stretch>
            <a:fillRect/>
          </a:stretch>
        </p:blipFill>
        <p:spPr>
          <a:xfrm>
            <a:off x="925398" y="1140642"/>
            <a:ext cx="10341203" cy="5373277"/>
          </a:xfrm>
          <a:prstGeom prst="rect">
            <a:avLst/>
          </a:prstGeom>
        </p:spPr>
      </p:pic>
    </p:spTree>
    <p:extLst>
      <p:ext uri="{BB962C8B-B14F-4D97-AF65-F5344CB8AC3E}">
        <p14:creationId xmlns:p14="http://schemas.microsoft.com/office/powerpoint/2010/main" val="88080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899A-3880-5B51-E7C6-8FA80EEA4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3E0FA-DC3F-ED86-5D91-DE0EDC3B8083}"/>
              </a:ext>
            </a:extLst>
          </p:cNvPr>
          <p:cNvSpPr>
            <a:spLocks noGrp="1"/>
          </p:cNvSpPr>
          <p:nvPr>
            <p:ph type="title"/>
          </p:nvPr>
        </p:nvSpPr>
        <p:spPr>
          <a:xfrm>
            <a:off x="321869" y="344080"/>
            <a:ext cx="11548261" cy="796563"/>
          </a:xfrm>
        </p:spPr>
        <p:txBody>
          <a:bodyPr/>
          <a:lstStyle/>
          <a:p>
            <a:r>
              <a:rPr lang="vi-VN" dirty="0"/>
              <a:t>Giao Diện quản lý phòng</a:t>
            </a:r>
            <a:endParaRPr lang="en-US" dirty="0"/>
          </a:p>
        </p:txBody>
      </p:sp>
      <p:sp>
        <p:nvSpPr>
          <p:cNvPr id="3" name="Slide Number Placeholder 2">
            <a:extLst>
              <a:ext uri="{FF2B5EF4-FFF2-40B4-BE49-F238E27FC236}">
                <a16:creationId xmlns:a16="http://schemas.microsoft.com/office/drawing/2014/main" id="{BD710EF6-6672-3FFC-6C62-7BDD62E4A1EB}"/>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14</a:t>
            </a:fld>
            <a:endParaRPr lang="en-US" dirty="0"/>
          </a:p>
        </p:txBody>
      </p:sp>
      <p:pic>
        <p:nvPicPr>
          <p:cNvPr id="5" name="Picture 4">
            <a:extLst>
              <a:ext uri="{FF2B5EF4-FFF2-40B4-BE49-F238E27FC236}">
                <a16:creationId xmlns:a16="http://schemas.microsoft.com/office/drawing/2014/main" id="{14C15535-DB6A-7E3B-FB8F-97BCF1A0E89D}"/>
              </a:ext>
            </a:extLst>
          </p:cNvPr>
          <p:cNvPicPr>
            <a:picLocks noChangeAspect="1"/>
          </p:cNvPicPr>
          <p:nvPr/>
        </p:nvPicPr>
        <p:blipFill>
          <a:blip r:embed="rId3"/>
          <a:stretch>
            <a:fillRect/>
          </a:stretch>
        </p:blipFill>
        <p:spPr>
          <a:xfrm>
            <a:off x="1206632" y="1299865"/>
            <a:ext cx="9879290" cy="5214055"/>
          </a:xfrm>
          <a:prstGeom prst="rect">
            <a:avLst/>
          </a:prstGeom>
        </p:spPr>
      </p:pic>
    </p:spTree>
    <p:extLst>
      <p:ext uri="{BB962C8B-B14F-4D97-AF65-F5344CB8AC3E}">
        <p14:creationId xmlns:p14="http://schemas.microsoft.com/office/powerpoint/2010/main" val="4279522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A1285-FF8A-62CD-4AE4-4DFF100EE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9AFDF-73F8-E560-3C2F-0CAE38857023}"/>
              </a:ext>
            </a:extLst>
          </p:cNvPr>
          <p:cNvSpPr>
            <a:spLocks noGrp="1"/>
          </p:cNvSpPr>
          <p:nvPr>
            <p:ph type="title"/>
          </p:nvPr>
        </p:nvSpPr>
        <p:spPr>
          <a:xfrm>
            <a:off x="321869" y="344080"/>
            <a:ext cx="11548261" cy="796563"/>
          </a:xfrm>
        </p:spPr>
        <p:txBody>
          <a:bodyPr/>
          <a:lstStyle/>
          <a:p>
            <a:r>
              <a:rPr lang="vi-VN" dirty="0"/>
              <a:t>Giao Diện quản lý nhân sự</a:t>
            </a:r>
            <a:endParaRPr lang="en-US" dirty="0"/>
          </a:p>
        </p:txBody>
      </p:sp>
      <p:sp>
        <p:nvSpPr>
          <p:cNvPr id="3" name="Slide Number Placeholder 2">
            <a:extLst>
              <a:ext uri="{FF2B5EF4-FFF2-40B4-BE49-F238E27FC236}">
                <a16:creationId xmlns:a16="http://schemas.microsoft.com/office/drawing/2014/main" id="{43567E0C-99F0-AF28-73E2-4F11FF8D9E6C}"/>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15</a:t>
            </a:fld>
            <a:endParaRPr lang="en-US" dirty="0"/>
          </a:p>
        </p:txBody>
      </p:sp>
      <p:pic>
        <p:nvPicPr>
          <p:cNvPr id="6" name="Picture 5">
            <a:extLst>
              <a:ext uri="{FF2B5EF4-FFF2-40B4-BE49-F238E27FC236}">
                <a16:creationId xmlns:a16="http://schemas.microsoft.com/office/drawing/2014/main" id="{7C992CFE-8971-E45B-0AE8-CD45759258C2}"/>
              </a:ext>
            </a:extLst>
          </p:cNvPr>
          <p:cNvPicPr>
            <a:picLocks noChangeAspect="1"/>
          </p:cNvPicPr>
          <p:nvPr/>
        </p:nvPicPr>
        <p:blipFill>
          <a:blip r:embed="rId3"/>
          <a:stretch>
            <a:fillRect/>
          </a:stretch>
        </p:blipFill>
        <p:spPr>
          <a:xfrm>
            <a:off x="1178351" y="1404593"/>
            <a:ext cx="9851010" cy="5033913"/>
          </a:xfrm>
          <a:prstGeom prst="rect">
            <a:avLst/>
          </a:prstGeom>
        </p:spPr>
      </p:pic>
    </p:spTree>
    <p:extLst>
      <p:ext uri="{BB962C8B-B14F-4D97-AF65-F5344CB8AC3E}">
        <p14:creationId xmlns:p14="http://schemas.microsoft.com/office/powerpoint/2010/main" val="3095283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E860A-43F9-3143-19CF-32DCC3E88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18E5E-E19E-CD73-A01D-45BC1F5C0227}"/>
              </a:ext>
            </a:extLst>
          </p:cNvPr>
          <p:cNvSpPr>
            <a:spLocks noGrp="1"/>
          </p:cNvSpPr>
          <p:nvPr>
            <p:ph type="title"/>
          </p:nvPr>
        </p:nvSpPr>
        <p:spPr>
          <a:xfrm>
            <a:off x="321869" y="344080"/>
            <a:ext cx="11548261" cy="796563"/>
          </a:xfrm>
        </p:spPr>
        <p:txBody>
          <a:bodyPr/>
          <a:lstStyle/>
          <a:p>
            <a:r>
              <a:rPr lang="vi-VN" dirty="0"/>
              <a:t>Giao Diện dịch vụ</a:t>
            </a:r>
            <a:endParaRPr lang="en-US" dirty="0"/>
          </a:p>
        </p:txBody>
      </p:sp>
      <p:sp>
        <p:nvSpPr>
          <p:cNvPr id="3" name="Slide Number Placeholder 2">
            <a:extLst>
              <a:ext uri="{FF2B5EF4-FFF2-40B4-BE49-F238E27FC236}">
                <a16:creationId xmlns:a16="http://schemas.microsoft.com/office/drawing/2014/main" id="{CA134F67-DBA7-93EF-7154-BB55F4C17163}"/>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16</a:t>
            </a:fld>
            <a:endParaRPr lang="en-US" dirty="0"/>
          </a:p>
        </p:txBody>
      </p:sp>
      <p:pic>
        <p:nvPicPr>
          <p:cNvPr id="5" name="Picture 4">
            <a:extLst>
              <a:ext uri="{FF2B5EF4-FFF2-40B4-BE49-F238E27FC236}">
                <a16:creationId xmlns:a16="http://schemas.microsoft.com/office/drawing/2014/main" id="{5A04194E-5AE9-0F05-2760-7B327507D91D}"/>
              </a:ext>
            </a:extLst>
          </p:cNvPr>
          <p:cNvPicPr>
            <a:picLocks noChangeAspect="1"/>
          </p:cNvPicPr>
          <p:nvPr/>
        </p:nvPicPr>
        <p:blipFill>
          <a:blip r:embed="rId3"/>
          <a:stretch>
            <a:fillRect/>
          </a:stretch>
        </p:blipFill>
        <p:spPr>
          <a:xfrm>
            <a:off x="1102937" y="1263192"/>
            <a:ext cx="10011266" cy="5250728"/>
          </a:xfrm>
          <a:prstGeom prst="rect">
            <a:avLst/>
          </a:prstGeom>
        </p:spPr>
      </p:pic>
    </p:spTree>
    <p:extLst>
      <p:ext uri="{BB962C8B-B14F-4D97-AF65-F5344CB8AC3E}">
        <p14:creationId xmlns:p14="http://schemas.microsoft.com/office/powerpoint/2010/main" val="2391149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E1A4-ED95-C630-64FC-B25A5A160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CCFE-C8C5-06B5-1F60-1766D3717CCD}"/>
              </a:ext>
            </a:extLst>
          </p:cNvPr>
          <p:cNvSpPr>
            <a:spLocks noGrp="1"/>
          </p:cNvSpPr>
          <p:nvPr>
            <p:ph type="title"/>
          </p:nvPr>
        </p:nvSpPr>
        <p:spPr>
          <a:xfrm>
            <a:off x="321869" y="344080"/>
            <a:ext cx="11548261" cy="796563"/>
          </a:xfrm>
        </p:spPr>
        <p:txBody>
          <a:bodyPr/>
          <a:lstStyle/>
          <a:p>
            <a:r>
              <a:rPr lang="vi-VN" dirty="0"/>
              <a:t>Giao Diện quản lý khách hàng</a:t>
            </a:r>
            <a:endParaRPr lang="en-US" dirty="0"/>
          </a:p>
        </p:txBody>
      </p:sp>
      <p:sp>
        <p:nvSpPr>
          <p:cNvPr id="3" name="Slide Number Placeholder 2">
            <a:extLst>
              <a:ext uri="{FF2B5EF4-FFF2-40B4-BE49-F238E27FC236}">
                <a16:creationId xmlns:a16="http://schemas.microsoft.com/office/drawing/2014/main" id="{FBF38CFC-6DCD-5D6A-6650-3477C3A1436A}"/>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17</a:t>
            </a:fld>
            <a:endParaRPr lang="en-US" dirty="0"/>
          </a:p>
        </p:txBody>
      </p:sp>
      <p:pic>
        <p:nvPicPr>
          <p:cNvPr id="5" name="Picture 4">
            <a:extLst>
              <a:ext uri="{FF2B5EF4-FFF2-40B4-BE49-F238E27FC236}">
                <a16:creationId xmlns:a16="http://schemas.microsoft.com/office/drawing/2014/main" id="{A2C74267-14AD-987A-FF1D-F1685FE27FA0}"/>
              </a:ext>
            </a:extLst>
          </p:cNvPr>
          <p:cNvPicPr>
            <a:picLocks noChangeAspect="1"/>
          </p:cNvPicPr>
          <p:nvPr/>
        </p:nvPicPr>
        <p:blipFill>
          <a:blip r:embed="rId3"/>
          <a:stretch>
            <a:fillRect/>
          </a:stretch>
        </p:blipFill>
        <p:spPr>
          <a:xfrm>
            <a:off x="1178351" y="1310326"/>
            <a:ext cx="9898144" cy="5203594"/>
          </a:xfrm>
          <a:prstGeom prst="rect">
            <a:avLst/>
          </a:prstGeom>
        </p:spPr>
      </p:pic>
    </p:spTree>
    <p:extLst>
      <p:ext uri="{BB962C8B-B14F-4D97-AF65-F5344CB8AC3E}">
        <p14:creationId xmlns:p14="http://schemas.microsoft.com/office/powerpoint/2010/main" val="1617913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8601B-EF82-7347-7D05-E4A8D6A30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A7DE1-8F20-D1AA-88D8-D9E3A87CE5EA}"/>
              </a:ext>
            </a:extLst>
          </p:cNvPr>
          <p:cNvSpPr>
            <a:spLocks noGrp="1"/>
          </p:cNvSpPr>
          <p:nvPr>
            <p:ph type="title"/>
          </p:nvPr>
        </p:nvSpPr>
        <p:spPr>
          <a:xfrm>
            <a:off x="321869" y="344080"/>
            <a:ext cx="11548261" cy="796563"/>
          </a:xfrm>
        </p:spPr>
        <p:txBody>
          <a:bodyPr/>
          <a:lstStyle/>
          <a:p>
            <a:r>
              <a:rPr lang="vi-VN" dirty="0"/>
              <a:t>Giao Diện chi tiết dịch vụ</a:t>
            </a:r>
            <a:endParaRPr lang="en-US" dirty="0"/>
          </a:p>
        </p:txBody>
      </p:sp>
      <p:sp>
        <p:nvSpPr>
          <p:cNvPr id="3" name="Slide Number Placeholder 2">
            <a:extLst>
              <a:ext uri="{FF2B5EF4-FFF2-40B4-BE49-F238E27FC236}">
                <a16:creationId xmlns:a16="http://schemas.microsoft.com/office/drawing/2014/main" id="{8DF1F566-830F-4229-D8DC-D984DE182F7E}"/>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18</a:t>
            </a:fld>
            <a:endParaRPr lang="en-US" dirty="0"/>
          </a:p>
        </p:txBody>
      </p:sp>
      <p:pic>
        <p:nvPicPr>
          <p:cNvPr id="10" name="Picture 9">
            <a:extLst>
              <a:ext uri="{FF2B5EF4-FFF2-40B4-BE49-F238E27FC236}">
                <a16:creationId xmlns:a16="http://schemas.microsoft.com/office/drawing/2014/main" id="{9E8E8F2D-5D0D-8698-381F-BBE0E758BDCA}"/>
              </a:ext>
            </a:extLst>
          </p:cNvPr>
          <p:cNvPicPr>
            <a:picLocks noChangeAspect="1"/>
          </p:cNvPicPr>
          <p:nvPr/>
        </p:nvPicPr>
        <p:blipFill>
          <a:blip r:embed="rId3"/>
          <a:stretch>
            <a:fillRect/>
          </a:stretch>
        </p:blipFill>
        <p:spPr>
          <a:xfrm>
            <a:off x="1366888" y="1376313"/>
            <a:ext cx="9709608" cy="5137607"/>
          </a:xfrm>
          <a:prstGeom prst="rect">
            <a:avLst/>
          </a:prstGeom>
        </p:spPr>
      </p:pic>
    </p:spTree>
    <p:extLst>
      <p:ext uri="{BB962C8B-B14F-4D97-AF65-F5344CB8AC3E}">
        <p14:creationId xmlns:p14="http://schemas.microsoft.com/office/powerpoint/2010/main" val="1815795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7D99-FB9E-E205-00F8-33B6309B7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F30C0-5DFB-2469-8086-E65BED925871}"/>
              </a:ext>
            </a:extLst>
          </p:cNvPr>
          <p:cNvSpPr>
            <a:spLocks noGrp="1"/>
          </p:cNvSpPr>
          <p:nvPr>
            <p:ph type="title"/>
          </p:nvPr>
        </p:nvSpPr>
        <p:spPr>
          <a:xfrm>
            <a:off x="321869" y="344080"/>
            <a:ext cx="11548261" cy="796563"/>
          </a:xfrm>
        </p:spPr>
        <p:txBody>
          <a:bodyPr/>
          <a:lstStyle/>
          <a:p>
            <a:r>
              <a:rPr lang="vi-VN" dirty="0"/>
              <a:t>Giao Diện cập nhật nhân sự</a:t>
            </a:r>
            <a:endParaRPr lang="en-US" dirty="0"/>
          </a:p>
        </p:txBody>
      </p:sp>
      <p:sp>
        <p:nvSpPr>
          <p:cNvPr id="3" name="Slide Number Placeholder 2">
            <a:extLst>
              <a:ext uri="{FF2B5EF4-FFF2-40B4-BE49-F238E27FC236}">
                <a16:creationId xmlns:a16="http://schemas.microsoft.com/office/drawing/2014/main" id="{7EC696D3-4283-5485-EF87-3DBF54EF3D8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19</a:t>
            </a:fld>
            <a:endParaRPr lang="en-US" dirty="0"/>
          </a:p>
        </p:txBody>
      </p:sp>
      <p:pic>
        <p:nvPicPr>
          <p:cNvPr id="5" name="Picture 4">
            <a:extLst>
              <a:ext uri="{FF2B5EF4-FFF2-40B4-BE49-F238E27FC236}">
                <a16:creationId xmlns:a16="http://schemas.microsoft.com/office/drawing/2014/main" id="{0959E72F-145F-27A0-64BD-AB307D21A7BE}"/>
              </a:ext>
            </a:extLst>
          </p:cNvPr>
          <p:cNvPicPr>
            <a:picLocks noChangeAspect="1"/>
          </p:cNvPicPr>
          <p:nvPr/>
        </p:nvPicPr>
        <p:blipFill>
          <a:blip r:embed="rId3"/>
          <a:stretch>
            <a:fillRect/>
          </a:stretch>
        </p:blipFill>
        <p:spPr>
          <a:xfrm>
            <a:off x="1385740" y="1357460"/>
            <a:ext cx="9370244" cy="5156460"/>
          </a:xfrm>
          <a:prstGeom prst="rect">
            <a:avLst/>
          </a:prstGeom>
        </p:spPr>
      </p:pic>
    </p:spTree>
    <p:extLst>
      <p:ext uri="{BB962C8B-B14F-4D97-AF65-F5344CB8AC3E}">
        <p14:creationId xmlns:p14="http://schemas.microsoft.com/office/powerpoint/2010/main" val="586183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2A37-B435-C01A-4761-30D8663121F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2ED6D4B-5CF4-00CD-FB79-141DE8B219DF}"/>
              </a:ext>
            </a:extLst>
          </p:cNvPr>
          <p:cNvSpPr/>
          <p:nvPr/>
        </p:nvSpPr>
        <p:spPr>
          <a:xfrm>
            <a:off x="0" y="900259"/>
            <a:ext cx="8559538" cy="5957741"/>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10" name="TextBox 9">
            <a:extLst>
              <a:ext uri="{FF2B5EF4-FFF2-40B4-BE49-F238E27FC236}">
                <a16:creationId xmlns:a16="http://schemas.microsoft.com/office/drawing/2014/main" id="{51DF55FA-E8C1-AF7D-8791-D7247D6CDF38}"/>
              </a:ext>
            </a:extLst>
          </p:cNvPr>
          <p:cNvSpPr txBox="1"/>
          <p:nvPr/>
        </p:nvSpPr>
        <p:spPr>
          <a:xfrm>
            <a:off x="51847" y="1312527"/>
            <a:ext cx="12088306" cy="584775"/>
          </a:xfrm>
          <a:prstGeom prst="rect">
            <a:avLst/>
          </a:prstGeom>
          <a:noFill/>
        </p:spPr>
        <p:txBody>
          <a:bodyPr wrap="square" rtlCol="0">
            <a:spAutoFit/>
          </a:bodyPr>
          <a:lstStyle/>
          <a:p>
            <a:pPr algn="ctr"/>
            <a:r>
              <a:rPr lang="vi-VN" sz="3200" dirty="0">
                <a:solidFill>
                  <a:srgbClr val="FFFF00"/>
                </a:solidFill>
              </a:rPr>
              <a:t>Phần Kết</a:t>
            </a:r>
            <a:endParaRPr lang="en-US" sz="3200" dirty="0">
              <a:solidFill>
                <a:srgbClr val="FFFF00"/>
              </a:solidFill>
            </a:endParaRPr>
          </a:p>
        </p:txBody>
      </p:sp>
      <p:sp>
        <p:nvSpPr>
          <p:cNvPr id="11" name="Rectangle 10">
            <a:extLst>
              <a:ext uri="{FF2B5EF4-FFF2-40B4-BE49-F238E27FC236}">
                <a16:creationId xmlns:a16="http://schemas.microsoft.com/office/drawing/2014/main" id="{8F498B95-3785-7017-8913-1196E04E39DF}"/>
              </a:ext>
            </a:extLst>
          </p:cNvPr>
          <p:cNvSpPr/>
          <p:nvPr/>
        </p:nvSpPr>
        <p:spPr>
          <a:xfrm>
            <a:off x="0" y="820132"/>
            <a:ext cx="12192000" cy="60378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16FC9BFE-F4CE-986D-6B20-D46C1ABF2B89}"/>
              </a:ext>
            </a:extLst>
          </p:cNvPr>
          <p:cNvSpPr/>
          <p:nvPr/>
        </p:nvSpPr>
        <p:spPr>
          <a:xfrm>
            <a:off x="0" y="1281733"/>
            <a:ext cx="12192000" cy="415250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vi-VN" dirty="0">
                <a:solidFill>
                  <a:srgbClr val="FFFFFF"/>
                </a:solidFill>
              </a:rPr>
              <a:t>Qua quá trình thực hiện đồ án </a:t>
            </a:r>
            <a:r>
              <a:rPr lang="vi-VN" b="1" dirty="0">
                <a:solidFill>
                  <a:srgbClr val="FFFFFF"/>
                </a:solidFill>
              </a:rPr>
              <a:t>Quản lý Khách sạn bằng C# và SQL Server</a:t>
            </a:r>
            <a:r>
              <a:rPr lang="vi-VN" dirty="0">
                <a:solidFill>
                  <a:srgbClr val="FFFFFF"/>
                </a:solidFill>
              </a:rPr>
              <a:t>, nhóm đã hoàn thành các chức năng chính như quản lý nhân viên quản lý phòng, khách hàng, đặt phòng, trả phòng, dịch vụ, đặt dịch vụ và hóa đơn. Đồ án giúp nhóm củng cố kiến thức về lập trình C#, Windows Forms, xử lý sự kiện, kết nối cơ sở dữ liệu và tổ chức mã nguồn.</a:t>
            </a:r>
          </a:p>
          <a:p>
            <a:r>
              <a:rPr lang="vi-VN" dirty="0">
                <a:solidFill>
                  <a:srgbClr val="FFFFFF"/>
                </a:solidFill>
              </a:rPr>
              <a:t>Mặc dù hệ thống đã hoạt động ổn định, vẫn còn một số hạn chế như giao diện chưa hiện đại và chưa có phân quyền nâng cao. Trong tương lai, nhóm sẽ tiếp tục hoàn thiện để ứng dụng có thể triển khai thực tế.</a:t>
            </a:r>
          </a:p>
          <a:p>
            <a:pPr algn="ctr"/>
            <a:endParaRPr lang="en-US" dirty="0">
              <a:solidFill>
                <a:srgbClr val="FFFFFF"/>
              </a:solidFill>
            </a:endParaRPr>
          </a:p>
        </p:txBody>
      </p:sp>
    </p:spTree>
    <p:extLst>
      <p:ext uri="{BB962C8B-B14F-4D97-AF65-F5344CB8AC3E}">
        <p14:creationId xmlns:p14="http://schemas.microsoft.com/office/powerpoint/2010/main" val="1802937581"/>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Scientific findings presentation</Template>
  <TotalTime>99</TotalTime>
  <Words>450</Words>
  <Application>Microsoft Office PowerPoint</Application>
  <PresentationFormat>Widescreen</PresentationFormat>
  <Paragraphs>64</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Nova</vt:lpstr>
      <vt:lpstr>Biome</vt:lpstr>
      <vt:lpstr>Calibri</vt:lpstr>
      <vt:lpstr>Times New Roman</vt:lpstr>
      <vt:lpstr>Custom</vt:lpstr>
      <vt:lpstr>Lập Trình Net.(TIE501) XÂY DỰNG ỨNG DỤNG QUẢN LÝ KHÁCH SẠN</vt:lpstr>
      <vt:lpstr>PowerPoint Presentation</vt:lpstr>
      <vt:lpstr>Các công cụ thực hiện</vt:lpstr>
      <vt:lpstr>Tạo bảng cơ sở dữ liệ</vt:lpstr>
      <vt:lpstr>DATABASE DIAGRAMS</vt:lpstr>
      <vt:lpstr>Giao Diện Trang chủ</vt:lpstr>
      <vt:lpstr>Giao Diện đặt phòng</vt:lpstr>
      <vt:lpstr>Giao Diện đặt dịch vụ</vt:lpstr>
      <vt:lpstr>Giao Diện trả phòng</vt:lpstr>
      <vt:lpstr>Giao Diện thanh toán</vt:lpstr>
      <vt:lpstr>Giao Diện hóa đơn</vt:lpstr>
      <vt:lpstr>Giao Diện đăng nhập</vt:lpstr>
      <vt:lpstr>Giao Diện trang chủ admin</vt:lpstr>
      <vt:lpstr>Giao Diện quản lý phòng</vt:lpstr>
      <vt:lpstr>Giao Diện quản lý nhân sự</vt:lpstr>
      <vt:lpstr>Giao Diện dịch vụ</vt:lpstr>
      <vt:lpstr>Giao Diện quản lý khách hàng</vt:lpstr>
      <vt:lpstr>Giao Diện chi tiết dịch vụ</vt:lpstr>
      <vt:lpstr>Giao Diện cập nhật nhân sự</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phz nguyen</dc:creator>
  <cp:lastModifiedBy>phz nguyen</cp:lastModifiedBy>
  <cp:revision>6</cp:revision>
  <dcterms:created xsi:type="dcterms:W3CDTF">2025-11-22T13:48:14Z</dcterms:created>
  <dcterms:modified xsi:type="dcterms:W3CDTF">2025-11-26T14:10:59Z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